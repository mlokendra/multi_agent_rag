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4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4"/>
  </p:normalViewPr>
  <p:slideViewPr>
    <p:cSldViewPr snapToGrid="0">
      <p:cViewPr varScale="1">
        <p:scale>
          <a:sx n="94" d="100"/>
          <a:sy n="94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3D0253-22ED-42D4-AAE5-95DF17A48C1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74E9BE1-FAF6-4893-A3BE-8D2888E1BA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✓ Semantic Search: Find clauses by meaning, not just keywords</a:t>
          </a:r>
          <a:endParaRPr lang="en-US" dirty="0"/>
        </a:p>
      </dgm:t>
    </dgm:pt>
    <dgm:pt modelId="{35E89695-DA44-4019-A7BE-528D1E5095B8}" type="parTrans" cxnId="{266D8E48-9E8A-491E-9BDE-E63742918DA8}">
      <dgm:prSet/>
      <dgm:spPr/>
      <dgm:t>
        <a:bodyPr/>
        <a:lstStyle/>
        <a:p>
          <a:endParaRPr lang="en-US"/>
        </a:p>
      </dgm:t>
    </dgm:pt>
    <dgm:pt modelId="{BF122647-EA79-4D9A-921B-67A39AF4184D}" type="sibTrans" cxnId="{266D8E48-9E8A-491E-9BDE-E63742918DA8}">
      <dgm:prSet/>
      <dgm:spPr/>
      <dgm:t>
        <a:bodyPr/>
        <a:lstStyle/>
        <a:p>
          <a:endParaRPr lang="en-US"/>
        </a:p>
      </dgm:t>
    </dgm:pt>
    <dgm:pt modelId="{915AA53C-FF2E-4721-93BD-F57F77D867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✓ Hybrid Retrieval: Combine keyword-based &amp; semantic retrieval</a:t>
          </a:r>
          <a:endParaRPr lang="en-US" dirty="0"/>
        </a:p>
      </dgm:t>
    </dgm:pt>
    <dgm:pt modelId="{62BA5DA6-A255-4496-A078-A9178AD551D1}" type="parTrans" cxnId="{5B434718-A025-4E41-B02C-D0B3E26A2973}">
      <dgm:prSet/>
      <dgm:spPr/>
      <dgm:t>
        <a:bodyPr/>
        <a:lstStyle/>
        <a:p>
          <a:endParaRPr lang="en-US"/>
        </a:p>
      </dgm:t>
    </dgm:pt>
    <dgm:pt modelId="{DCB38B12-F119-4B65-9155-85D741AADD66}" type="sibTrans" cxnId="{5B434718-A025-4E41-B02C-D0B3E26A2973}">
      <dgm:prSet/>
      <dgm:spPr/>
      <dgm:t>
        <a:bodyPr/>
        <a:lstStyle/>
        <a:p>
          <a:endParaRPr lang="en-US"/>
        </a:p>
      </dgm:t>
    </dgm:pt>
    <dgm:pt modelId="{2B0D880E-EA16-4530-BE96-775F3028CC3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✓ Evidence Grounding: Answers backed by contract excerpts</a:t>
          </a:r>
          <a:endParaRPr lang="en-US" dirty="0"/>
        </a:p>
      </dgm:t>
    </dgm:pt>
    <dgm:pt modelId="{94224D38-BB8A-4C78-96C7-C5F548F13075}" type="parTrans" cxnId="{1A0C3CD1-C018-4363-9FB9-281595814DFC}">
      <dgm:prSet/>
      <dgm:spPr/>
      <dgm:t>
        <a:bodyPr/>
        <a:lstStyle/>
        <a:p>
          <a:endParaRPr lang="en-US"/>
        </a:p>
      </dgm:t>
    </dgm:pt>
    <dgm:pt modelId="{2CC07B96-A629-451C-A6E2-B82E09CBED81}" type="sibTrans" cxnId="{1A0C3CD1-C018-4363-9FB9-281595814DFC}">
      <dgm:prSet/>
      <dgm:spPr/>
      <dgm:t>
        <a:bodyPr/>
        <a:lstStyle/>
        <a:p>
          <a:endParaRPr lang="en-US"/>
        </a:p>
      </dgm:t>
    </dgm:pt>
    <dgm:pt modelId="{2F8F7E7F-05CB-4B26-B59E-56AF93A12E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✓ Multi-Intent Support: Handle QA, risk scans, conflict detection</a:t>
          </a:r>
          <a:endParaRPr lang="en-US"/>
        </a:p>
      </dgm:t>
    </dgm:pt>
    <dgm:pt modelId="{4B3635F3-9017-4CEB-A26B-766BDD233C29}" type="parTrans" cxnId="{05E08C6E-D43A-401E-B3A9-20DB89A78101}">
      <dgm:prSet/>
      <dgm:spPr/>
      <dgm:t>
        <a:bodyPr/>
        <a:lstStyle/>
        <a:p>
          <a:endParaRPr lang="en-US"/>
        </a:p>
      </dgm:t>
    </dgm:pt>
    <dgm:pt modelId="{645AE06E-1936-410F-910E-54357322FFF0}" type="sibTrans" cxnId="{05E08C6E-D43A-401E-B3A9-20DB89A78101}">
      <dgm:prSet/>
      <dgm:spPr/>
      <dgm:t>
        <a:bodyPr/>
        <a:lstStyle/>
        <a:p>
          <a:endParaRPr lang="en-US"/>
        </a:p>
      </dgm:t>
    </dgm:pt>
    <dgm:pt modelId="{0E921085-F7DF-4A48-A009-A611EC5E39A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✓ Legal Structure Extraction: Parse clauses into structured concepts</a:t>
          </a:r>
          <a:endParaRPr lang="en-US"/>
        </a:p>
      </dgm:t>
    </dgm:pt>
    <dgm:pt modelId="{DF39BFF6-A942-4A19-B6A8-94F3D0EB50E0}" type="parTrans" cxnId="{77054FC0-4A28-4933-8F41-F16B172F2456}">
      <dgm:prSet/>
      <dgm:spPr/>
      <dgm:t>
        <a:bodyPr/>
        <a:lstStyle/>
        <a:p>
          <a:endParaRPr lang="en-US"/>
        </a:p>
      </dgm:t>
    </dgm:pt>
    <dgm:pt modelId="{31DC1B95-CE59-4D2D-A678-30CE222D0E0A}" type="sibTrans" cxnId="{77054FC0-4A28-4933-8F41-F16B172F2456}">
      <dgm:prSet/>
      <dgm:spPr/>
      <dgm:t>
        <a:bodyPr/>
        <a:lstStyle/>
        <a:p>
          <a:endParaRPr lang="en-US"/>
        </a:p>
      </dgm:t>
    </dgm:pt>
    <dgm:pt modelId="{1EAFCD18-8F45-4963-820B-4BB6BA2B2D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✓ Risk Scoring: Identify high/medium/low severity patterns</a:t>
          </a:r>
          <a:endParaRPr lang="en-US" dirty="0"/>
        </a:p>
      </dgm:t>
    </dgm:pt>
    <dgm:pt modelId="{AB34781A-9823-463F-816C-A747E17A8A6F}" type="parTrans" cxnId="{0942D31B-892C-4A64-8997-705340EB4B01}">
      <dgm:prSet/>
      <dgm:spPr/>
      <dgm:t>
        <a:bodyPr/>
        <a:lstStyle/>
        <a:p>
          <a:endParaRPr lang="en-US"/>
        </a:p>
      </dgm:t>
    </dgm:pt>
    <dgm:pt modelId="{BF89A45B-9C59-491C-BD44-D23E93BA9F26}" type="sibTrans" cxnId="{0942D31B-892C-4A64-8997-705340EB4B01}">
      <dgm:prSet/>
      <dgm:spPr/>
      <dgm:t>
        <a:bodyPr/>
        <a:lstStyle/>
        <a:p>
          <a:endParaRPr lang="en-US"/>
        </a:p>
      </dgm:t>
    </dgm:pt>
    <dgm:pt modelId="{583745D3-78CA-461B-A48C-F3FBB3F8DA57}" type="pres">
      <dgm:prSet presAssocID="{813D0253-22ED-42D4-AAE5-95DF17A48C15}" presName="root" presStyleCnt="0">
        <dgm:presLayoutVars>
          <dgm:dir/>
          <dgm:resizeHandles val="exact"/>
        </dgm:presLayoutVars>
      </dgm:prSet>
      <dgm:spPr/>
    </dgm:pt>
    <dgm:pt modelId="{82662259-ADB9-4927-BF44-492863FDA4C3}" type="pres">
      <dgm:prSet presAssocID="{674E9BE1-FAF6-4893-A3BE-8D2888E1BACA}" presName="compNode" presStyleCnt="0"/>
      <dgm:spPr/>
    </dgm:pt>
    <dgm:pt modelId="{E8B82779-81E3-40F4-A387-94ABF7C82C77}" type="pres">
      <dgm:prSet presAssocID="{674E9BE1-FAF6-4893-A3BE-8D2888E1BACA}" presName="iconBgRect" presStyleLbl="bgShp" presStyleIdx="0" presStyleCnt="6"/>
      <dgm:spPr/>
    </dgm:pt>
    <dgm:pt modelId="{088F8679-055E-49B9-B254-CC601871D9E9}" type="pres">
      <dgm:prSet presAssocID="{674E9BE1-FAF6-4893-A3BE-8D2888E1BAC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A03D997-E75E-4A41-90E0-6A67F341D51B}" type="pres">
      <dgm:prSet presAssocID="{674E9BE1-FAF6-4893-A3BE-8D2888E1BACA}" presName="spaceRect" presStyleCnt="0"/>
      <dgm:spPr/>
    </dgm:pt>
    <dgm:pt modelId="{295D19D5-9694-44FC-8B26-B1F10DE15291}" type="pres">
      <dgm:prSet presAssocID="{674E9BE1-FAF6-4893-A3BE-8D2888E1BACA}" presName="textRect" presStyleLbl="revTx" presStyleIdx="0" presStyleCnt="6">
        <dgm:presLayoutVars>
          <dgm:chMax val="1"/>
          <dgm:chPref val="1"/>
        </dgm:presLayoutVars>
      </dgm:prSet>
      <dgm:spPr/>
    </dgm:pt>
    <dgm:pt modelId="{64ECCFFD-8AA6-4445-B2DA-45BE42FBD3DF}" type="pres">
      <dgm:prSet presAssocID="{BF122647-EA79-4D9A-921B-67A39AF4184D}" presName="sibTrans" presStyleCnt="0"/>
      <dgm:spPr/>
    </dgm:pt>
    <dgm:pt modelId="{C6E72BBF-DCA1-4A1D-A91E-3403D512B009}" type="pres">
      <dgm:prSet presAssocID="{915AA53C-FF2E-4721-93BD-F57F77D867C7}" presName="compNode" presStyleCnt="0"/>
      <dgm:spPr/>
    </dgm:pt>
    <dgm:pt modelId="{E4E771DF-26A1-459A-8DAD-B0DABE1FDE41}" type="pres">
      <dgm:prSet presAssocID="{915AA53C-FF2E-4721-93BD-F57F77D867C7}" presName="iconBgRect" presStyleLbl="bgShp" presStyleIdx="1" presStyleCnt="6"/>
      <dgm:spPr/>
    </dgm:pt>
    <dgm:pt modelId="{350A023F-6360-4CA5-8F75-DADD36C59174}" type="pres">
      <dgm:prSet presAssocID="{915AA53C-FF2E-4721-93BD-F57F77D867C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2027131-EBCA-46EE-88CD-D6ACB12E80E6}" type="pres">
      <dgm:prSet presAssocID="{915AA53C-FF2E-4721-93BD-F57F77D867C7}" presName="spaceRect" presStyleCnt="0"/>
      <dgm:spPr/>
    </dgm:pt>
    <dgm:pt modelId="{07A07E4F-6EEF-4794-8464-84290E700199}" type="pres">
      <dgm:prSet presAssocID="{915AA53C-FF2E-4721-93BD-F57F77D867C7}" presName="textRect" presStyleLbl="revTx" presStyleIdx="1" presStyleCnt="6">
        <dgm:presLayoutVars>
          <dgm:chMax val="1"/>
          <dgm:chPref val="1"/>
        </dgm:presLayoutVars>
      </dgm:prSet>
      <dgm:spPr/>
    </dgm:pt>
    <dgm:pt modelId="{1DAFABC5-7302-4B2B-B814-81455C3F2934}" type="pres">
      <dgm:prSet presAssocID="{DCB38B12-F119-4B65-9155-85D741AADD66}" presName="sibTrans" presStyleCnt="0"/>
      <dgm:spPr/>
    </dgm:pt>
    <dgm:pt modelId="{83989ABF-6320-4936-AC11-72ABAC97DCE8}" type="pres">
      <dgm:prSet presAssocID="{2B0D880E-EA16-4530-BE96-775F3028CC3A}" presName="compNode" presStyleCnt="0"/>
      <dgm:spPr/>
    </dgm:pt>
    <dgm:pt modelId="{5A15E2F0-2EA6-4A35-9530-886BD3D6B0DB}" type="pres">
      <dgm:prSet presAssocID="{2B0D880E-EA16-4530-BE96-775F3028CC3A}" presName="iconBgRect" presStyleLbl="bgShp" presStyleIdx="2" presStyleCnt="6"/>
      <dgm:spPr/>
    </dgm:pt>
    <dgm:pt modelId="{F1274FCF-37EF-422C-ACBA-6E1D0BCE4EFF}" type="pres">
      <dgm:prSet presAssocID="{2B0D880E-EA16-4530-BE96-775F3028CC3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09155E1C-9E7A-47CD-B628-39F41FAD7561}" type="pres">
      <dgm:prSet presAssocID="{2B0D880E-EA16-4530-BE96-775F3028CC3A}" presName="spaceRect" presStyleCnt="0"/>
      <dgm:spPr/>
    </dgm:pt>
    <dgm:pt modelId="{16A1E5DE-4CA4-4C20-A076-D83982625C50}" type="pres">
      <dgm:prSet presAssocID="{2B0D880E-EA16-4530-BE96-775F3028CC3A}" presName="textRect" presStyleLbl="revTx" presStyleIdx="2" presStyleCnt="6">
        <dgm:presLayoutVars>
          <dgm:chMax val="1"/>
          <dgm:chPref val="1"/>
        </dgm:presLayoutVars>
      </dgm:prSet>
      <dgm:spPr/>
    </dgm:pt>
    <dgm:pt modelId="{A06BD7FE-DEFA-4772-B5C8-BCD69E45A41C}" type="pres">
      <dgm:prSet presAssocID="{2CC07B96-A629-451C-A6E2-B82E09CBED81}" presName="sibTrans" presStyleCnt="0"/>
      <dgm:spPr/>
    </dgm:pt>
    <dgm:pt modelId="{59DCFAC1-4358-4298-B530-C6192DCF43A2}" type="pres">
      <dgm:prSet presAssocID="{2F8F7E7F-05CB-4B26-B59E-56AF93A12E25}" presName="compNode" presStyleCnt="0"/>
      <dgm:spPr/>
    </dgm:pt>
    <dgm:pt modelId="{32B0E18A-E1EC-4C8A-A8AE-4BBE96AFE8E5}" type="pres">
      <dgm:prSet presAssocID="{2F8F7E7F-05CB-4B26-B59E-56AF93A12E25}" presName="iconBgRect" presStyleLbl="bgShp" presStyleIdx="3" presStyleCnt="6"/>
      <dgm:spPr/>
    </dgm:pt>
    <dgm:pt modelId="{2781E2F3-23BC-4ABA-A16B-C9F78C330C57}" type="pres">
      <dgm:prSet presAssocID="{2F8F7E7F-05CB-4B26-B59E-56AF93A12E2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6B20475-AE11-4CF9-BB4D-572152CCCCEF}" type="pres">
      <dgm:prSet presAssocID="{2F8F7E7F-05CB-4B26-B59E-56AF93A12E25}" presName="spaceRect" presStyleCnt="0"/>
      <dgm:spPr/>
    </dgm:pt>
    <dgm:pt modelId="{5F5D8C53-DDC5-467E-B967-8922A70FFF64}" type="pres">
      <dgm:prSet presAssocID="{2F8F7E7F-05CB-4B26-B59E-56AF93A12E25}" presName="textRect" presStyleLbl="revTx" presStyleIdx="3" presStyleCnt="6">
        <dgm:presLayoutVars>
          <dgm:chMax val="1"/>
          <dgm:chPref val="1"/>
        </dgm:presLayoutVars>
      </dgm:prSet>
      <dgm:spPr/>
    </dgm:pt>
    <dgm:pt modelId="{8A5D8A49-AE4C-4E2B-B5AF-C69BA8A3E5B5}" type="pres">
      <dgm:prSet presAssocID="{645AE06E-1936-410F-910E-54357322FFF0}" presName="sibTrans" presStyleCnt="0"/>
      <dgm:spPr/>
    </dgm:pt>
    <dgm:pt modelId="{52B1D99B-8167-4A05-8443-517DD79EA050}" type="pres">
      <dgm:prSet presAssocID="{0E921085-F7DF-4A48-A009-A611EC5E39A6}" presName="compNode" presStyleCnt="0"/>
      <dgm:spPr/>
    </dgm:pt>
    <dgm:pt modelId="{E3E17EDE-378E-4564-9D44-25C83966A602}" type="pres">
      <dgm:prSet presAssocID="{0E921085-F7DF-4A48-A009-A611EC5E39A6}" presName="iconBgRect" presStyleLbl="bgShp" presStyleIdx="4" presStyleCnt="6"/>
      <dgm:spPr/>
    </dgm:pt>
    <dgm:pt modelId="{39FD3B81-94F9-4DD6-8435-14D19E26D805}" type="pres">
      <dgm:prSet presAssocID="{0E921085-F7DF-4A48-A009-A611EC5E39A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A709F99-C0F8-4D10-A344-7F4AEDACBC9D}" type="pres">
      <dgm:prSet presAssocID="{0E921085-F7DF-4A48-A009-A611EC5E39A6}" presName="spaceRect" presStyleCnt="0"/>
      <dgm:spPr/>
    </dgm:pt>
    <dgm:pt modelId="{73FACE29-9BC8-466F-81B3-121E3F00BA2E}" type="pres">
      <dgm:prSet presAssocID="{0E921085-F7DF-4A48-A009-A611EC5E39A6}" presName="textRect" presStyleLbl="revTx" presStyleIdx="4" presStyleCnt="6">
        <dgm:presLayoutVars>
          <dgm:chMax val="1"/>
          <dgm:chPref val="1"/>
        </dgm:presLayoutVars>
      </dgm:prSet>
      <dgm:spPr/>
    </dgm:pt>
    <dgm:pt modelId="{11FE9985-8F44-7246-9618-7806F2E60AFD}" type="pres">
      <dgm:prSet presAssocID="{31DC1B95-CE59-4D2D-A678-30CE222D0E0A}" presName="sibTrans" presStyleCnt="0"/>
      <dgm:spPr/>
    </dgm:pt>
    <dgm:pt modelId="{DD9999A9-F4F1-1747-8A11-CBE52931D13C}" type="pres">
      <dgm:prSet presAssocID="{1EAFCD18-8F45-4963-820B-4BB6BA2B2D74}" presName="compNode" presStyleCnt="0"/>
      <dgm:spPr/>
    </dgm:pt>
    <dgm:pt modelId="{A40E7243-863D-214B-B7F5-ABBA5932DA87}" type="pres">
      <dgm:prSet presAssocID="{1EAFCD18-8F45-4963-820B-4BB6BA2B2D74}" presName="iconBgRect" presStyleLbl="bgShp" presStyleIdx="5" presStyleCnt="6"/>
      <dgm:spPr/>
    </dgm:pt>
    <dgm:pt modelId="{8FADDCB2-8357-BA48-81FC-A2B5FBE1595F}" type="pres">
      <dgm:prSet presAssocID="{1EAFCD18-8F45-4963-820B-4BB6BA2B2D7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0D4D82A7-ACC3-704F-9938-DC64BCBED696}" type="pres">
      <dgm:prSet presAssocID="{1EAFCD18-8F45-4963-820B-4BB6BA2B2D74}" presName="spaceRect" presStyleCnt="0"/>
      <dgm:spPr/>
    </dgm:pt>
    <dgm:pt modelId="{5D3E1F9E-8E28-D645-B962-FC7ADA49E730}" type="pres">
      <dgm:prSet presAssocID="{1EAFCD18-8F45-4963-820B-4BB6BA2B2D7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C71B802-43B6-664A-A31C-674534746639}" type="presOf" srcId="{1EAFCD18-8F45-4963-820B-4BB6BA2B2D74}" destId="{5D3E1F9E-8E28-D645-B962-FC7ADA49E730}" srcOrd="0" destOrd="0" presId="urn:microsoft.com/office/officeart/2018/5/layout/IconCircleLabelList"/>
    <dgm:cxn modelId="{5B434718-A025-4E41-B02C-D0B3E26A2973}" srcId="{813D0253-22ED-42D4-AAE5-95DF17A48C15}" destId="{915AA53C-FF2E-4721-93BD-F57F77D867C7}" srcOrd="1" destOrd="0" parTransId="{62BA5DA6-A255-4496-A078-A9178AD551D1}" sibTransId="{DCB38B12-F119-4B65-9155-85D741AADD66}"/>
    <dgm:cxn modelId="{0942D31B-892C-4A64-8997-705340EB4B01}" srcId="{813D0253-22ED-42D4-AAE5-95DF17A48C15}" destId="{1EAFCD18-8F45-4963-820B-4BB6BA2B2D74}" srcOrd="5" destOrd="0" parTransId="{AB34781A-9823-463F-816C-A747E17A8A6F}" sibTransId="{BF89A45B-9C59-491C-BD44-D23E93BA9F26}"/>
    <dgm:cxn modelId="{266D8E48-9E8A-491E-9BDE-E63742918DA8}" srcId="{813D0253-22ED-42D4-AAE5-95DF17A48C15}" destId="{674E9BE1-FAF6-4893-A3BE-8D2888E1BACA}" srcOrd="0" destOrd="0" parTransId="{35E89695-DA44-4019-A7BE-528D1E5095B8}" sibTransId="{BF122647-EA79-4D9A-921B-67A39AF4184D}"/>
    <dgm:cxn modelId="{F36B9849-2943-4F35-8161-1D748BFE0B44}" type="presOf" srcId="{674E9BE1-FAF6-4893-A3BE-8D2888E1BACA}" destId="{295D19D5-9694-44FC-8B26-B1F10DE15291}" srcOrd="0" destOrd="0" presId="urn:microsoft.com/office/officeart/2018/5/layout/IconCircleLabelList"/>
    <dgm:cxn modelId="{EF63095D-7266-46EB-ACDA-EFFEDF27226C}" type="presOf" srcId="{915AA53C-FF2E-4721-93BD-F57F77D867C7}" destId="{07A07E4F-6EEF-4794-8464-84290E700199}" srcOrd="0" destOrd="0" presId="urn:microsoft.com/office/officeart/2018/5/layout/IconCircleLabelList"/>
    <dgm:cxn modelId="{05E08C6E-D43A-401E-B3A9-20DB89A78101}" srcId="{813D0253-22ED-42D4-AAE5-95DF17A48C15}" destId="{2F8F7E7F-05CB-4B26-B59E-56AF93A12E25}" srcOrd="3" destOrd="0" parTransId="{4B3635F3-9017-4CEB-A26B-766BDD233C29}" sibTransId="{645AE06E-1936-410F-910E-54357322FFF0}"/>
    <dgm:cxn modelId="{93D17F7F-843B-4A74-817D-EACE8FC16E68}" type="presOf" srcId="{813D0253-22ED-42D4-AAE5-95DF17A48C15}" destId="{583745D3-78CA-461B-A48C-F3FBB3F8DA57}" srcOrd="0" destOrd="0" presId="urn:microsoft.com/office/officeart/2018/5/layout/IconCircleLabelList"/>
    <dgm:cxn modelId="{3DF84880-2E75-4393-9C40-89B0052B993B}" type="presOf" srcId="{0E921085-F7DF-4A48-A009-A611EC5E39A6}" destId="{73FACE29-9BC8-466F-81B3-121E3F00BA2E}" srcOrd="0" destOrd="0" presId="urn:microsoft.com/office/officeart/2018/5/layout/IconCircleLabelList"/>
    <dgm:cxn modelId="{34AF008E-F372-47FB-917B-F8E1E0194663}" type="presOf" srcId="{2B0D880E-EA16-4530-BE96-775F3028CC3A}" destId="{16A1E5DE-4CA4-4C20-A076-D83982625C50}" srcOrd="0" destOrd="0" presId="urn:microsoft.com/office/officeart/2018/5/layout/IconCircleLabelList"/>
    <dgm:cxn modelId="{77054FC0-4A28-4933-8F41-F16B172F2456}" srcId="{813D0253-22ED-42D4-AAE5-95DF17A48C15}" destId="{0E921085-F7DF-4A48-A009-A611EC5E39A6}" srcOrd="4" destOrd="0" parTransId="{DF39BFF6-A942-4A19-B6A8-94F3D0EB50E0}" sibTransId="{31DC1B95-CE59-4D2D-A678-30CE222D0E0A}"/>
    <dgm:cxn modelId="{1A0C3CD1-C018-4363-9FB9-281595814DFC}" srcId="{813D0253-22ED-42D4-AAE5-95DF17A48C15}" destId="{2B0D880E-EA16-4530-BE96-775F3028CC3A}" srcOrd="2" destOrd="0" parTransId="{94224D38-BB8A-4C78-96C7-C5F548F13075}" sibTransId="{2CC07B96-A629-451C-A6E2-B82E09CBED81}"/>
    <dgm:cxn modelId="{44EBC7D5-A94C-495C-8208-F26050F0A13B}" type="presOf" srcId="{2F8F7E7F-05CB-4B26-B59E-56AF93A12E25}" destId="{5F5D8C53-DDC5-467E-B967-8922A70FFF64}" srcOrd="0" destOrd="0" presId="urn:microsoft.com/office/officeart/2018/5/layout/IconCircleLabelList"/>
    <dgm:cxn modelId="{82534E5F-A396-4FE0-B02E-984701A37F51}" type="presParOf" srcId="{583745D3-78CA-461B-A48C-F3FBB3F8DA57}" destId="{82662259-ADB9-4927-BF44-492863FDA4C3}" srcOrd="0" destOrd="0" presId="urn:microsoft.com/office/officeart/2018/5/layout/IconCircleLabelList"/>
    <dgm:cxn modelId="{F78C6A79-CAC4-4EC4-BE7D-579F5B194586}" type="presParOf" srcId="{82662259-ADB9-4927-BF44-492863FDA4C3}" destId="{E8B82779-81E3-40F4-A387-94ABF7C82C77}" srcOrd="0" destOrd="0" presId="urn:microsoft.com/office/officeart/2018/5/layout/IconCircleLabelList"/>
    <dgm:cxn modelId="{BA8ADCF3-29FB-467C-9649-B0E0AF55E488}" type="presParOf" srcId="{82662259-ADB9-4927-BF44-492863FDA4C3}" destId="{088F8679-055E-49B9-B254-CC601871D9E9}" srcOrd="1" destOrd="0" presId="urn:microsoft.com/office/officeart/2018/5/layout/IconCircleLabelList"/>
    <dgm:cxn modelId="{962F83E4-AC73-478D-A2AB-B58216E43CEB}" type="presParOf" srcId="{82662259-ADB9-4927-BF44-492863FDA4C3}" destId="{6A03D997-E75E-4A41-90E0-6A67F341D51B}" srcOrd="2" destOrd="0" presId="urn:microsoft.com/office/officeart/2018/5/layout/IconCircleLabelList"/>
    <dgm:cxn modelId="{FBE9D975-4544-49D4-9CF2-31D417540AFD}" type="presParOf" srcId="{82662259-ADB9-4927-BF44-492863FDA4C3}" destId="{295D19D5-9694-44FC-8B26-B1F10DE15291}" srcOrd="3" destOrd="0" presId="urn:microsoft.com/office/officeart/2018/5/layout/IconCircleLabelList"/>
    <dgm:cxn modelId="{5DB77233-083B-4F16-8264-7077EAAA52AE}" type="presParOf" srcId="{583745D3-78CA-461B-A48C-F3FBB3F8DA57}" destId="{64ECCFFD-8AA6-4445-B2DA-45BE42FBD3DF}" srcOrd="1" destOrd="0" presId="urn:microsoft.com/office/officeart/2018/5/layout/IconCircleLabelList"/>
    <dgm:cxn modelId="{5E7DFE35-EFA4-4039-9AB5-8A4A87D2883B}" type="presParOf" srcId="{583745D3-78CA-461B-A48C-F3FBB3F8DA57}" destId="{C6E72BBF-DCA1-4A1D-A91E-3403D512B009}" srcOrd="2" destOrd="0" presId="urn:microsoft.com/office/officeart/2018/5/layout/IconCircleLabelList"/>
    <dgm:cxn modelId="{1570AADC-9B49-431D-B184-1A9939713D01}" type="presParOf" srcId="{C6E72BBF-DCA1-4A1D-A91E-3403D512B009}" destId="{E4E771DF-26A1-459A-8DAD-B0DABE1FDE41}" srcOrd="0" destOrd="0" presId="urn:microsoft.com/office/officeart/2018/5/layout/IconCircleLabelList"/>
    <dgm:cxn modelId="{AD2E485C-CC55-4B51-A3A7-96D77FCAB42D}" type="presParOf" srcId="{C6E72BBF-DCA1-4A1D-A91E-3403D512B009}" destId="{350A023F-6360-4CA5-8F75-DADD36C59174}" srcOrd="1" destOrd="0" presId="urn:microsoft.com/office/officeart/2018/5/layout/IconCircleLabelList"/>
    <dgm:cxn modelId="{A5761F17-462B-46F4-88BA-9EC388CADEB7}" type="presParOf" srcId="{C6E72BBF-DCA1-4A1D-A91E-3403D512B009}" destId="{A2027131-EBCA-46EE-88CD-D6ACB12E80E6}" srcOrd="2" destOrd="0" presId="urn:microsoft.com/office/officeart/2018/5/layout/IconCircleLabelList"/>
    <dgm:cxn modelId="{6D19565D-9BB1-48A6-9D55-9EB778CD60A7}" type="presParOf" srcId="{C6E72BBF-DCA1-4A1D-A91E-3403D512B009}" destId="{07A07E4F-6EEF-4794-8464-84290E700199}" srcOrd="3" destOrd="0" presId="urn:microsoft.com/office/officeart/2018/5/layout/IconCircleLabelList"/>
    <dgm:cxn modelId="{2E4DC411-210B-48F6-AA5C-360F634EFCA7}" type="presParOf" srcId="{583745D3-78CA-461B-A48C-F3FBB3F8DA57}" destId="{1DAFABC5-7302-4B2B-B814-81455C3F2934}" srcOrd="3" destOrd="0" presId="urn:microsoft.com/office/officeart/2018/5/layout/IconCircleLabelList"/>
    <dgm:cxn modelId="{CBFE168F-C718-414D-8DF9-5C80397821D1}" type="presParOf" srcId="{583745D3-78CA-461B-A48C-F3FBB3F8DA57}" destId="{83989ABF-6320-4936-AC11-72ABAC97DCE8}" srcOrd="4" destOrd="0" presId="urn:microsoft.com/office/officeart/2018/5/layout/IconCircleLabelList"/>
    <dgm:cxn modelId="{1D09BD0D-3716-41B1-9A6F-6F6D635D7C80}" type="presParOf" srcId="{83989ABF-6320-4936-AC11-72ABAC97DCE8}" destId="{5A15E2F0-2EA6-4A35-9530-886BD3D6B0DB}" srcOrd="0" destOrd="0" presId="urn:microsoft.com/office/officeart/2018/5/layout/IconCircleLabelList"/>
    <dgm:cxn modelId="{901D3904-A6C4-4FA4-B9E9-FA140CB22F9F}" type="presParOf" srcId="{83989ABF-6320-4936-AC11-72ABAC97DCE8}" destId="{F1274FCF-37EF-422C-ACBA-6E1D0BCE4EFF}" srcOrd="1" destOrd="0" presId="urn:microsoft.com/office/officeart/2018/5/layout/IconCircleLabelList"/>
    <dgm:cxn modelId="{01D6EFF5-6BAE-44A8-B558-11592CC1456F}" type="presParOf" srcId="{83989ABF-6320-4936-AC11-72ABAC97DCE8}" destId="{09155E1C-9E7A-47CD-B628-39F41FAD7561}" srcOrd="2" destOrd="0" presId="urn:microsoft.com/office/officeart/2018/5/layout/IconCircleLabelList"/>
    <dgm:cxn modelId="{19C779E6-C7A5-4FD6-A0CD-B7A534E70AC9}" type="presParOf" srcId="{83989ABF-6320-4936-AC11-72ABAC97DCE8}" destId="{16A1E5DE-4CA4-4C20-A076-D83982625C50}" srcOrd="3" destOrd="0" presId="urn:microsoft.com/office/officeart/2018/5/layout/IconCircleLabelList"/>
    <dgm:cxn modelId="{6C0E02D7-EF8B-4C43-979F-D9D631C493E3}" type="presParOf" srcId="{583745D3-78CA-461B-A48C-F3FBB3F8DA57}" destId="{A06BD7FE-DEFA-4772-B5C8-BCD69E45A41C}" srcOrd="5" destOrd="0" presId="urn:microsoft.com/office/officeart/2018/5/layout/IconCircleLabelList"/>
    <dgm:cxn modelId="{20D77B35-160C-40BB-9B4F-C0228AC7830A}" type="presParOf" srcId="{583745D3-78CA-461B-A48C-F3FBB3F8DA57}" destId="{59DCFAC1-4358-4298-B530-C6192DCF43A2}" srcOrd="6" destOrd="0" presId="urn:microsoft.com/office/officeart/2018/5/layout/IconCircleLabelList"/>
    <dgm:cxn modelId="{8C3DF654-530B-4DD2-94EE-042B197ED64D}" type="presParOf" srcId="{59DCFAC1-4358-4298-B530-C6192DCF43A2}" destId="{32B0E18A-E1EC-4C8A-A8AE-4BBE96AFE8E5}" srcOrd="0" destOrd="0" presId="urn:microsoft.com/office/officeart/2018/5/layout/IconCircleLabelList"/>
    <dgm:cxn modelId="{9035AA51-7593-4A63-8C81-EB9ED5BB4578}" type="presParOf" srcId="{59DCFAC1-4358-4298-B530-C6192DCF43A2}" destId="{2781E2F3-23BC-4ABA-A16B-C9F78C330C57}" srcOrd="1" destOrd="0" presId="urn:microsoft.com/office/officeart/2018/5/layout/IconCircleLabelList"/>
    <dgm:cxn modelId="{01E86739-8744-4E48-838F-15D4C15C1913}" type="presParOf" srcId="{59DCFAC1-4358-4298-B530-C6192DCF43A2}" destId="{C6B20475-AE11-4CF9-BB4D-572152CCCCEF}" srcOrd="2" destOrd="0" presId="urn:microsoft.com/office/officeart/2018/5/layout/IconCircleLabelList"/>
    <dgm:cxn modelId="{E2D5DBF0-5895-4CC1-9013-361254B35434}" type="presParOf" srcId="{59DCFAC1-4358-4298-B530-C6192DCF43A2}" destId="{5F5D8C53-DDC5-467E-B967-8922A70FFF64}" srcOrd="3" destOrd="0" presId="urn:microsoft.com/office/officeart/2018/5/layout/IconCircleLabelList"/>
    <dgm:cxn modelId="{91E09295-AA62-4546-B073-5336A467D1B7}" type="presParOf" srcId="{583745D3-78CA-461B-A48C-F3FBB3F8DA57}" destId="{8A5D8A49-AE4C-4E2B-B5AF-C69BA8A3E5B5}" srcOrd="7" destOrd="0" presId="urn:microsoft.com/office/officeart/2018/5/layout/IconCircleLabelList"/>
    <dgm:cxn modelId="{69453B68-E3F5-4C7F-8A16-4FDB676E6F70}" type="presParOf" srcId="{583745D3-78CA-461B-A48C-F3FBB3F8DA57}" destId="{52B1D99B-8167-4A05-8443-517DD79EA050}" srcOrd="8" destOrd="0" presId="urn:microsoft.com/office/officeart/2018/5/layout/IconCircleLabelList"/>
    <dgm:cxn modelId="{44E60E4B-48E0-4887-9DF0-D6C58FD0D432}" type="presParOf" srcId="{52B1D99B-8167-4A05-8443-517DD79EA050}" destId="{E3E17EDE-378E-4564-9D44-25C83966A602}" srcOrd="0" destOrd="0" presId="urn:microsoft.com/office/officeart/2018/5/layout/IconCircleLabelList"/>
    <dgm:cxn modelId="{C4985294-2A1B-422D-A92B-2F08983C6926}" type="presParOf" srcId="{52B1D99B-8167-4A05-8443-517DD79EA050}" destId="{39FD3B81-94F9-4DD6-8435-14D19E26D805}" srcOrd="1" destOrd="0" presId="urn:microsoft.com/office/officeart/2018/5/layout/IconCircleLabelList"/>
    <dgm:cxn modelId="{C4C80A2F-CB6B-4AD0-95C6-6BA23641CE5A}" type="presParOf" srcId="{52B1D99B-8167-4A05-8443-517DD79EA050}" destId="{5A709F99-C0F8-4D10-A344-7F4AEDACBC9D}" srcOrd="2" destOrd="0" presId="urn:microsoft.com/office/officeart/2018/5/layout/IconCircleLabelList"/>
    <dgm:cxn modelId="{A33F4A81-7750-4109-B3FF-71EF51722F7C}" type="presParOf" srcId="{52B1D99B-8167-4A05-8443-517DD79EA050}" destId="{73FACE29-9BC8-466F-81B3-121E3F00BA2E}" srcOrd="3" destOrd="0" presId="urn:microsoft.com/office/officeart/2018/5/layout/IconCircleLabelList"/>
    <dgm:cxn modelId="{69E999C5-A5BE-DB47-B0F9-2161C25E614D}" type="presParOf" srcId="{583745D3-78CA-461B-A48C-F3FBB3F8DA57}" destId="{11FE9985-8F44-7246-9618-7806F2E60AFD}" srcOrd="9" destOrd="0" presId="urn:microsoft.com/office/officeart/2018/5/layout/IconCircleLabelList"/>
    <dgm:cxn modelId="{2FB1D7EE-73E1-4B46-AD62-C2284167A172}" type="presParOf" srcId="{583745D3-78CA-461B-A48C-F3FBB3F8DA57}" destId="{DD9999A9-F4F1-1747-8A11-CBE52931D13C}" srcOrd="10" destOrd="0" presId="urn:microsoft.com/office/officeart/2018/5/layout/IconCircleLabelList"/>
    <dgm:cxn modelId="{0902E1F7-2F63-254B-B1CF-85653AD2E2DC}" type="presParOf" srcId="{DD9999A9-F4F1-1747-8A11-CBE52931D13C}" destId="{A40E7243-863D-214B-B7F5-ABBA5932DA87}" srcOrd="0" destOrd="0" presId="urn:microsoft.com/office/officeart/2018/5/layout/IconCircleLabelList"/>
    <dgm:cxn modelId="{8F55A283-FD4D-614A-BCA8-34C5D957FCED}" type="presParOf" srcId="{DD9999A9-F4F1-1747-8A11-CBE52931D13C}" destId="{8FADDCB2-8357-BA48-81FC-A2B5FBE1595F}" srcOrd="1" destOrd="0" presId="urn:microsoft.com/office/officeart/2018/5/layout/IconCircleLabelList"/>
    <dgm:cxn modelId="{CB016D21-4A13-6640-B1E4-D3BA75E3F410}" type="presParOf" srcId="{DD9999A9-F4F1-1747-8A11-CBE52931D13C}" destId="{0D4D82A7-ACC3-704F-9938-DC64BCBED696}" srcOrd="2" destOrd="0" presId="urn:microsoft.com/office/officeart/2018/5/layout/IconCircleLabelList"/>
    <dgm:cxn modelId="{FE27236D-B97A-A443-97BD-2BF4E5889BB5}" type="presParOf" srcId="{DD9999A9-F4F1-1747-8A11-CBE52931D13C}" destId="{5D3E1F9E-8E28-D645-B962-FC7ADA49E7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82779-81E3-40F4-A387-94ABF7C82C77}">
      <dsp:nvSpPr>
        <dsp:cNvPr id="0" name=""/>
        <dsp:cNvSpPr/>
      </dsp:nvSpPr>
      <dsp:spPr>
        <a:xfrm>
          <a:off x="285469" y="996930"/>
          <a:ext cx="883546" cy="8835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F8679-055E-49B9-B254-CC601871D9E9}">
      <dsp:nvSpPr>
        <dsp:cNvPr id="0" name=""/>
        <dsp:cNvSpPr/>
      </dsp:nvSpPr>
      <dsp:spPr>
        <a:xfrm>
          <a:off x="473766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D19D5-9694-44FC-8B26-B1F10DE15291}">
      <dsp:nvSpPr>
        <dsp:cNvPr id="0" name=""/>
        <dsp:cNvSpPr/>
      </dsp:nvSpPr>
      <dsp:spPr>
        <a:xfrm>
          <a:off x="3024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 dirty="0"/>
            <a:t>✓ Semantic Search: Find clauses by meaning, not just keywords</a:t>
          </a:r>
          <a:endParaRPr lang="en-US" sz="1100" kern="1200" dirty="0"/>
        </a:p>
      </dsp:txBody>
      <dsp:txXfrm>
        <a:off x="3024" y="2155680"/>
        <a:ext cx="1448437" cy="579375"/>
      </dsp:txXfrm>
    </dsp:sp>
    <dsp:sp modelId="{E4E771DF-26A1-459A-8DAD-B0DABE1FDE41}">
      <dsp:nvSpPr>
        <dsp:cNvPr id="0" name=""/>
        <dsp:cNvSpPr/>
      </dsp:nvSpPr>
      <dsp:spPr>
        <a:xfrm>
          <a:off x="1987383" y="996930"/>
          <a:ext cx="883546" cy="8835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A023F-6360-4CA5-8F75-DADD36C59174}">
      <dsp:nvSpPr>
        <dsp:cNvPr id="0" name=""/>
        <dsp:cNvSpPr/>
      </dsp:nvSpPr>
      <dsp:spPr>
        <a:xfrm>
          <a:off x="2175680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07E4F-6EEF-4794-8464-84290E700199}">
      <dsp:nvSpPr>
        <dsp:cNvPr id="0" name=""/>
        <dsp:cNvSpPr/>
      </dsp:nvSpPr>
      <dsp:spPr>
        <a:xfrm>
          <a:off x="1704938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 dirty="0"/>
            <a:t>✓ Hybrid Retrieval: Combine keyword-based &amp; semantic retrieval</a:t>
          </a:r>
          <a:endParaRPr lang="en-US" sz="1100" kern="1200" dirty="0"/>
        </a:p>
      </dsp:txBody>
      <dsp:txXfrm>
        <a:off x="1704938" y="2155680"/>
        <a:ext cx="1448437" cy="579375"/>
      </dsp:txXfrm>
    </dsp:sp>
    <dsp:sp modelId="{5A15E2F0-2EA6-4A35-9530-886BD3D6B0DB}">
      <dsp:nvSpPr>
        <dsp:cNvPr id="0" name=""/>
        <dsp:cNvSpPr/>
      </dsp:nvSpPr>
      <dsp:spPr>
        <a:xfrm>
          <a:off x="3689298" y="996930"/>
          <a:ext cx="883546" cy="8835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74FCF-37EF-422C-ACBA-6E1D0BCE4EFF}">
      <dsp:nvSpPr>
        <dsp:cNvPr id="0" name=""/>
        <dsp:cNvSpPr/>
      </dsp:nvSpPr>
      <dsp:spPr>
        <a:xfrm>
          <a:off x="3877594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1E5DE-4CA4-4C20-A076-D83982625C50}">
      <dsp:nvSpPr>
        <dsp:cNvPr id="0" name=""/>
        <dsp:cNvSpPr/>
      </dsp:nvSpPr>
      <dsp:spPr>
        <a:xfrm>
          <a:off x="3406852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 dirty="0"/>
            <a:t>✓ Evidence Grounding: Answers backed by contract excerpts</a:t>
          </a:r>
          <a:endParaRPr lang="en-US" sz="1100" kern="1200" dirty="0"/>
        </a:p>
      </dsp:txBody>
      <dsp:txXfrm>
        <a:off x="3406852" y="2155680"/>
        <a:ext cx="1448437" cy="579375"/>
      </dsp:txXfrm>
    </dsp:sp>
    <dsp:sp modelId="{32B0E18A-E1EC-4C8A-A8AE-4BBE96AFE8E5}">
      <dsp:nvSpPr>
        <dsp:cNvPr id="0" name=""/>
        <dsp:cNvSpPr/>
      </dsp:nvSpPr>
      <dsp:spPr>
        <a:xfrm>
          <a:off x="5391212" y="996930"/>
          <a:ext cx="883546" cy="8835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1E2F3-23BC-4ABA-A16B-C9F78C330C57}">
      <dsp:nvSpPr>
        <dsp:cNvPr id="0" name=""/>
        <dsp:cNvSpPr/>
      </dsp:nvSpPr>
      <dsp:spPr>
        <a:xfrm>
          <a:off x="5579508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D8C53-DDC5-467E-B967-8922A70FFF64}">
      <dsp:nvSpPr>
        <dsp:cNvPr id="0" name=""/>
        <dsp:cNvSpPr/>
      </dsp:nvSpPr>
      <dsp:spPr>
        <a:xfrm>
          <a:off x="5108766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✓ Multi-Intent Support: Handle QA, risk scans, conflict detection</a:t>
          </a:r>
          <a:endParaRPr lang="en-US" sz="1100" kern="1200"/>
        </a:p>
      </dsp:txBody>
      <dsp:txXfrm>
        <a:off x="5108766" y="2155680"/>
        <a:ext cx="1448437" cy="579375"/>
      </dsp:txXfrm>
    </dsp:sp>
    <dsp:sp modelId="{E3E17EDE-378E-4564-9D44-25C83966A602}">
      <dsp:nvSpPr>
        <dsp:cNvPr id="0" name=""/>
        <dsp:cNvSpPr/>
      </dsp:nvSpPr>
      <dsp:spPr>
        <a:xfrm>
          <a:off x="7093126" y="996930"/>
          <a:ext cx="883546" cy="8835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D3B81-94F9-4DD6-8435-14D19E26D805}">
      <dsp:nvSpPr>
        <dsp:cNvPr id="0" name=""/>
        <dsp:cNvSpPr/>
      </dsp:nvSpPr>
      <dsp:spPr>
        <a:xfrm>
          <a:off x="7281423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ACE29-9BC8-466F-81B3-121E3F00BA2E}">
      <dsp:nvSpPr>
        <dsp:cNvPr id="0" name=""/>
        <dsp:cNvSpPr/>
      </dsp:nvSpPr>
      <dsp:spPr>
        <a:xfrm>
          <a:off x="6810680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✓ Legal Structure Extraction: Parse clauses into structured concepts</a:t>
          </a:r>
          <a:endParaRPr lang="en-US" sz="1100" kern="1200"/>
        </a:p>
      </dsp:txBody>
      <dsp:txXfrm>
        <a:off x="6810680" y="2155680"/>
        <a:ext cx="1448437" cy="579375"/>
      </dsp:txXfrm>
    </dsp:sp>
    <dsp:sp modelId="{A40E7243-863D-214B-B7F5-ABBA5932DA87}">
      <dsp:nvSpPr>
        <dsp:cNvPr id="0" name=""/>
        <dsp:cNvSpPr/>
      </dsp:nvSpPr>
      <dsp:spPr>
        <a:xfrm>
          <a:off x="8795040" y="996930"/>
          <a:ext cx="883546" cy="8835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DDCB2-8357-BA48-81FC-A2B5FBE1595F}">
      <dsp:nvSpPr>
        <dsp:cNvPr id="0" name=""/>
        <dsp:cNvSpPr/>
      </dsp:nvSpPr>
      <dsp:spPr>
        <a:xfrm>
          <a:off x="8983337" y="1185227"/>
          <a:ext cx="506953" cy="5069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E1F9E-8E28-D645-B962-FC7ADA49E730}">
      <dsp:nvSpPr>
        <dsp:cNvPr id="0" name=""/>
        <dsp:cNvSpPr/>
      </dsp:nvSpPr>
      <dsp:spPr>
        <a:xfrm>
          <a:off x="8512594" y="2155680"/>
          <a:ext cx="1448437" cy="57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 dirty="0"/>
            <a:t>✓ Risk Scoring: Identify high/medium/low severity patterns</a:t>
          </a:r>
          <a:endParaRPr lang="en-US" sz="1100" kern="1200" dirty="0"/>
        </a:p>
      </dsp:txBody>
      <dsp:txXfrm>
        <a:off x="8512594" y="2155680"/>
        <a:ext cx="1448437" cy="579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90791-8DF6-74DD-6341-446776BFE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5400" dirty="0"/>
              <a:t>Contract RAG Prototype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8BFC1-020E-87C0-4DCA-22BB49940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Multi-Agent Retrieval-Augmented Question-Answering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9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E541-45AB-3D9D-5805-1A446BF1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882260"/>
            <a:ext cx="9612971" cy="2852737"/>
          </a:xfrm>
        </p:spPr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C574A-F50E-2359-FD0A-165D4A3F7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25" y="2921000"/>
            <a:ext cx="9612971" cy="2438652"/>
          </a:xfrm>
        </p:spPr>
        <p:txBody>
          <a:bodyPr>
            <a:normAutofit fontScale="85000" lnSpcReduction="20000"/>
          </a:bodyPr>
          <a:lstStyle/>
          <a:p>
            <a:pPr lvl="2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compliance teams face challenges when analysing large contract repositories: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Burden: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spent searching documents for specific clauses, obligations, and risk indicators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Gap: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 search misses semantic relationships and contextual meanings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Visibility: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risk clauses (unlimited liability, broad indemnification, etc.) are often buried and overlooked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Complexity: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analysis of legal concepts (obligations, liability caps, termination rights)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lacks reproducibility and clear citation trails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32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D7C3-C676-9DE0-DB5D-F7C06936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84AAB-8B44-F237-7DE3-B058BA7C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Semantic Search: Find clauses by meaning, not just keywords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Hybrid Retrieval: Combine keyword-based &amp; semantic retrieval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Evidence Grounding: Answers backed by contract excerpts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Multi-Intent Support: Handle QA, risk scans, conflict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Legal Structure Extraction: Parse clauses into structured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lang="en-IN" dirty="0"/>
              <a:t>✓ Risk Scoring: Identify high/medium/low severity patterns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51617-B83F-BAAD-571D-F94A85D18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0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D3AA6-68CA-BB08-4652-1688F118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Functional Requirements</a:t>
            </a:r>
            <a:br>
              <a:rPr lang="en-US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BB6238-A049-1A33-58FE-C556BD998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120290"/>
              </p:ext>
            </p:extLst>
          </p:nvPr>
        </p:nvGraphicFramePr>
        <p:xfrm>
          <a:off x="1371599" y="1638300"/>
          <a:ext cx="9964057" cy="3731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494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429A-4F03-8068-E1A6-3E68C446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4111B-42B1-BC8D-0F77-B83EB63A0C5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B78E7-BDA6-3C1B-80B3-E73ECC4FF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6BA11-562D-D862-60A9-771C2F88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65692"/>
            <a:ext cx="7772400" cy="212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2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3921-1FDC-4E7F-7034-65658A4D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9" y="618357"/>
            <a:ext cx="3055257" cy="187810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A0DE15-7F0B-F6B9-307E-78B6EF1E2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8" y="3746388"/>
            <a:ext cx="7772400" cy="14819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C3FBA2-0481-43E0-0A45-0FAC5D6C3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85" y="3303758"/>
            <a:ext cx="11038115" cy="34425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050BD0-1046-D64C-093F-B12DAA504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429" y="377370"/>
            <a:ext cx="6226628" cy="276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B2A6-747D-BD11-EC7F-BDE5560D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285229"/>
            <a:ext cx="9601200" cy="1485900"/>
          </a:xfrm>
        </p:spPr>
        <p:txBody>
          <a:bodyPr/>
          <a:lstStyle/>
          <a:p>
            <a:r>
              <a:rPr lang="en-US" dirty="0"/>
              <a:t>RAG Ingestion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507DB4-E85B-0D9A-9B08-6B823E116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1028179"/>
            <a:ext cx="10370457" cy="209971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32C9EBB-F60E-7F36-4556-367E894432DE}"/>
              </a:ext>
            </a:extLst>
          </p:cNvPr>
          <p:cNvSpPr txBox="1">
            <a:spLocks/>
          </p:cNvSpPr>
          <p:nvPr/>
        </p:nvSpPr>
        <p:spPr>
          <a:xfrm>
            <a:off x="1295400" y="3127897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Agent Interaction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1CF00-9D26-8BEE-4F68-F76829008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7" y="3985146"/>
            <a:ext cx="10370457" cy="275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70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F429-0D87-2171-6969-747419D0F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16" y="2106578"/>
            <a:ext cx="9612971" cy="2852737"/>
          </a:xfrm>
        </p:spPr>
        <p:txBody>
          <a:bodyPr/>
          <a:lstStyle/>
          <a:p>
            <a:r>
              <a:rPr lang="en-IN" b="1" dirty="0"/>
              <a:t>Design Decisions</a:t>
            </a:r>
            <a:br>
              <a:rPr lang="en-IN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89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7F14B-ED51-4057-8897-4FC72CA2B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BAB51-E96B-A7F2-C646-E1D6A81C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631373"/>
            <a:ext cx="4018839" cy="20356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191B0E"/>
                </a:solidFill>
              </a:rPr>
              <a:t>Chunking Strategy</a:t>
            </a:r>
            <a:br>
              <a:rPr lang="en-US" b="1" dirty="0">
                <a:solidFill>
                  <a:srgbClr val="191B0E"/>
                </a:solidFill>
              </a:rPr>
            </a:br>
            <a:endParaRPr lang="en-US" dirty="0">
              <a:solidFill>
                <a:srgbClr val="191B0E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4F8646-AF77-BF7E-D6F6-D5859BB43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329" y="451757"/>
            <a:ext cx="5326167" cy="5687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Decision: Heading-Aware, Overlap-Based Chunking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Rationale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AutoNum type="arabicPeriod"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Semantic Boundaries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 Legal documents have explicit section structure (1., 1.1, 2., etc.)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Respect these natural boundaries to preserve clause context 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"Termination" is Section 3.2; grouping related sentences keeps meaning intact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AutoNum type="arabicPeriod" startAt="2"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Overlap for Context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 120-char overlap window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Prevents edge cases where relevant info falls between chunks 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Example: If "Termination" clause spans two chunks, overlap ensures transition is smooth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AutoNum type="arabicPeriod" startAt="3"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Heading Metadata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 Each chunk carries: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	</a:t>
            </a:r>
            <a:r>
              <a:rPr kumimoji="0" lang="en-US" altLang="en-US" sz="1100" b="0" i="1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Chunk: id: "doc_001_chunk_015"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lang="en-US" altLang="en-US" sz="1100" i="1" dirty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kumimoji="0" lang="en-US" altLang="en-US" sz="1100" b="0" i="1" u="none" strike="noStrike" cap="none" normalizeH="0" dirty="0" err="1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section_number</a:t>
            </a:r>
            <a:r>
              <a:rPr kumimoji="0" lang="en-US" altLang="en-US" sz="1100" b="0" i="1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"3.2”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lang="en-US" altLang="en-US" sz="1100" i="1" dirty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kumimoji="0" lang="en-US" altLang="en-US" sz="1100" b="0" i="1" u="none" strike="noStrike" cap="none" normalizeH="0" dirty="0" err="1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section_title</a:t>
            </a:r>
            <a:r>
              <a:rPr kumimoji="0" lang="en-US" altLang="en-US" sz="1100" b="0" i="1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"Termination Rights"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lang="en-US" altLang="en-US" sz="1100" i="1" dirty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kumimoji="0" lang="en-US" altLang="en-US" sz="1100" b="0" i="1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text: "[normalized clause text]" 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Enables better synthesis (citations show "Section 3.2") </a:t>
            </a:r>
          </a:p>
          <a:p>
            <a:pPr marL="628650" lvl="2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Supports filtering by section type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endParaRPr kumimoji="0" lang="en-US" altLang="en-US" sz="1100" b="1" i="0" u="none" strike="noStrike" cap="none" normalizeH="0" dirty="0">
              <a:ln>
                <a:noFill/>
              </a:ln>
              <a:solidFill>
                <a:srgbClr val="191B0E"/>
              </a:solidFill>
              <a:effectLst/>
            </a:endParaRP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Alternative Considered: Sliding Window (Rejected)</a:t>
            </a:r>
          </a:p>
          <a:p>
            <a:pPr marL="171450" marR="0" lvl="0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Pros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 Simple, uniform chunk size </a:t>
            </a:r>
          </a:p>
          <a:p>
            <a:pPr marL="171450" marR="0" lvl="0" indent="-171450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Cons</a:t>
            </a: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: Breaks semantic boundaries, loses section structure, harder to cite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endParaRPr kumimoji="0" lang="en-US" altLang="en-US" sz="1100" b="1" i="0" u="none" strike="noStrike" cap="none" normalizeH="0" dirty="0">
              <a:ln>
                <a:noFill/>
              </a:ln>
              <a:solidFill>
                <a:srgbClr val="191B0E"/>
              </a:solidFill>
              <a:effectLst/>
            </a:endParaRP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r>
              <a:rPr kumimoji="0" lang="en-US" altLang="en-US" sz="11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Observed Outcomes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Typical contract (25KB) → ~60-100 chunks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4-document corpus → ~250-300 chunks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Retrieval time: &lt;50ms for top-3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endParaRPr kumimoji="0" lang="en-US" altLang="en-US" sz="700" b="0" i="0" u="none" strike="noStrike" cap="none" normalizeH="0" dirty="0">
              <a:ln>
                <a:noFill/>
              </a:ln>
              <a:solidFill>
                <a:srgbClr val="191B0E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CB4F78-37FA-4A6C-B624-E7F7D691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05BA44-D030-385D-A9FB-7BB9E19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58782"/>
              </p:ext>
            </p:extLst>
          </p:nvPr>
        </p:nvGraphicFramePr>
        <p:xfrm>
          <a:off x="219526" y="3041207"/>
          <a:ext cx="4656185" cy="331625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7375">
                  <a:extLst>
                    <a:ext uri="{9D8B030D-6E8A-4147-A177-3AD203B41FA5}">
                      <a16:colId xmlns:a16="http://schemas.microsoft.com/office/drawing/2014/main" val="1461234991"/>
                    </a:ext>
                  </a:extLst>
                </a:gridCol>
                <a:gridCol w="1317849">
                  <a:extLst>
                    <a:ext uri="{9D8B030D-6E8A-4147-A177-3AD203B41FA5}">
                      <a16:colId xmlns:a16="http://schemas.microsoft.com/office/drawing/2014/main" val="386660053"/>
                    </a:ext>
                  </a:extLst>
                </a:gridCol>
                <a:gridCol w="2060961">
                  <a:extLst>
                    <a:ext uri="{9D8B030D-6E8A-4147-A177-3AD203B41FA5}">
                      <a16:colId xmlns:a16="http://schemas.microsoft.com/office/drawing/2014/main" val="393174101"/>
                    </a:ext>
                  </a:extLst>
                </a:gridCol>
              </a:tblGrid>
              <a:tr h="574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9753"/>
                  </a:ext>
                </a:extLst>
              </a:tr>
              <a:tr h="1083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target_chunk_size</a:t>
                      </a:r>
                      <a:endParaRPr lang="en-IN" sz="12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 chars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~300 tokens; balances semantic completeness with retrieval precision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71425"/>
                  </a:ext>
                </a:extLst>
              </a:tr>
              <a:tr h="829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chunk_overlap</a:t>
                      </a:r>
                      <a:endParaRPr lang="en-IN" sz="12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chars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~40 tokens; minimal but sufficient for context continuity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32091"/>
                  </a:ext>
                </a:extLst>
              </a:tr>
              <a:tr h="829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heading_regex</a:t>
                      </a:r>
                      <a:endParaRPr lang="en-IN" sz="12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^(\d+\.)*\d+\s+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Matches numbered sections (e.g., "2.3.1 ")</a:t>
                      </a:r>
                    </a:p>
                  </a:txBody>
                  <a:tcPr marL="0" marR="53916" marT="21566" marB="161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999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16AB79-49B1-EBD3-3D77-6C4021F0FBAE}"/>
              </a:ext>
            </a:extLst>
          </p:cNvPr>
          <p:cNvSpPr txBox="1"/>
          <p:nvPr/>
        </p:nvSpPr>
        <p:spPr>
          <a:xfrm>
            <a:off x="219526" y="2482335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rgbClr val="191B0E"/>
                </a:solidFill>
                <a:effectLst/>
              </a:rPr>
              <a:t>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735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AD70EA-FF3A-6043-507B-5C16D4837DAD}"/>
              </a:ext>
            </a:extLst>
          </p:cNvPr>
          <p:cNvSpPr txBox="1">
            <a:spLocks/>
          </p:cNvSpPr>
          <p:nvPr/>
        </p:nvSpPr>
        <p:spPr>
          <a:xfrm>
            <a:off x="1307955" y="176991"/>
            <a:ext cx="8929815" cy="2035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Embeddings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CAA1B-1E4E-9D3C-D697-B2DBF34247B9}"/>
              </a:ext>
            </a:extLst>
          </p:cNvPr>
          <p:cNvSpPr txBox="1"/>
          <p:nvPr/>
        </p:nvSpPr>
        <p:spPr>
          <a:xfrm>
            <a:off x="946894" y="1194805"/>
            <a:ext cx="55264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Sentence-BERT (all-MiniLM-L6-v2) + BM25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sentence-transformers/all-MiniLM-L6-v2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sentence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384 (vs. 768 for full BERT, 1536 for OpenAI)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22M (lightweight, &lt;200MB memory)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Choice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Domain Applicability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diverse corpora (including legal-adjacent datasets)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semantic similarity for contract language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"termination by either party" ≈ "right to terminate" (high cosine similarity)</a:t>
            </a:r>
          </a:p>
          <a:p>
            <a:pPr lvl="1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for Lightweight Deployment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384-dim embeddings → fast cosine similarity computation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processing: 1000 chunks in &lt;2 seconds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efficient: 250 chunks × 384 floats = ~390KB</a:t>
            </a:r>
          </a:p>
          <a:p>
            <a:pPr lvl="1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Complementarity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(vector) captures meaning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BM25 captures exact terminology matches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Combined: "liability" + semantic meaning → strong recall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000B9-00EF-DE73-1E73-D48501A311C6}"/>
              </a:ext>
            </a:extLst>
          </p:cNvPr>
          <p:cNvSpPr txBox="1"/>
          <p:nvPr/>
        </p:nvSpPr>
        <p:spPr>
          <a:xfrm>
            <a:off x="6834432" y="1427033"/>
            <a:ext cx="50092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Considered: OpenAI Embeddings (text-embedding-3-small)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State-of-the-art, 1536-dim, legal domain coverage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API cost, latency, no offline fallback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for prototype; local model preferred for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Considered: Dense Passage Retrieval (DPR)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Jointly trained retriever &amp; reader, strong legal domain potential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Larger model (300M+), requires GPU, training overhead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Overkill for 4-document prototype; all-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sufficient</a:t>
            </a:r>
          </a:p>
        </p:txBody>
      </p:sp>
    </p:spTree>
    <p:extLst>
      <p:ext uri="{BB962C8B-B14F-4D97-AF65-F5344CB8AC3E}">
        <p14:creationId xmlns:p14="http://schemas.microsoft.com/office/powerpoint/2010/main" val="288201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7D32-583E-298A-313A-4A65CE94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Enhancements for Production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13464-47F4-A4F3-FD15-07F28E11AA7F}"/>
              </a:ext>
            </a:extLst>
          </p:cNvPr>
          <p:cNvSpPr txBox="1"/>
          <p:nvPr/>
        </p:nvSpPr>
        <p:spPr>
          <a:xfrm>
            <a:off x="1371600" y="1288759"/>
            <a:ext cx="545228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🧠 </a:t>
            </a:r>
            <a:r>
              <a:rPr lang="en-IN" dirty="0"/>
              <a:t>1️⃣ </a:t>
            </a:r>
            <a:r>
              <a:rPr lang="en-IN" b="1" dirty="0"/>
              <a:t>Advanced Multi-Agent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Dynamic agent routing based on query intent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Conflict Detection Agent (cross-agreement inconsistency checks)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Legal Risk Escalation Agent for high-exposure clauses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Self-reflection / answer verification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Confidence scoring per response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📊 2️⃣ Evaluation &amp;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regression testing on query benchmark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RAG evaluation 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Retrieval </a:t>
            </a:r>
            <a:r>
              <a:rPr lang="en-IN" dirty="0" err="1"/>
              <a:t>Recall@K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Answer </a:t>
            </a:r>
            <a:r>
              <a:rPr lang="en-IN" dirty="0" err="1"/>
              <a:t>groundedness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Hallucination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LLM-as-a-judge scoring pipeline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30F6D-F55B-ED2F-CCBF-CB6842712F4E}"/>
              </a:ext>
            </a:extLst>
          </p:cNvPr>
          <p:cNvSpPr txBox="1"/>
          <p:nvPr/>
        </p:nvSpPr>
        <p:spPr>
          <a:xfrm>
            <a:off x="7060441" y="1288759"/>
            <a:ext cx="513155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⚡ 3️⃣ Performance &amp;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Vector database (Pinecone)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🏗 4️⃣ Improved RAG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Smarter chunking (semantic + clause-aware)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Hybrid retrieval (BM25 + vector search)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Cross-encoder reranking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Query rewriting agent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🤖 </a:t>
            </a:r>
            <a:r>
              <a:rPr lang="en-IN" dirty="0"/>
              <a:t>5️⃣</a:t>
            </a:r>
            <a:r>
              <a:rPr lang="en-IN" b="1" dirty="0"/>
              <a:t> Model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Fine-tuned legal LLM (</a:t>
            </a:r>
            <a:r>
              <a:rPr lang="en-IN" dirty="0" err="1"/>
              <a:t>LoRA</a:t>
            </a:r>
            <a:r>
              <a:rPr lang="en-IN" dirty="0"/>
              <a:t> on 7B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Multi-model fallback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Guardrail model for hallucination detection</a:t>
            </a:r>
          </a:p>
          <a:p>
            <a:pPr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798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102</TotalTime>
  <Words>853</Words>
  <Application>Microsoft Macintosh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Franklin Gothic Book</vt:lpstr>
      <vt:lpstr>Times New Roman</vt:lpstr>
      <vt:lpstr>Crop</vt:lpstr>
      <vt:lpstr>Contract RAG Prototype</vt:lpstr>
      <vt:lpstr>Problem Statement </vt:lpstr>
      <vt:lpstr>PowerPoint Presentation</vt:lpstr>
      <vt:lpstr>Functional Requirements </vt:lpstr>
      <vt:lpstr>PowerPoint Presentation</vt:lpstr>
      <vt:lpstr>System Architecture</vt:lpstr>
      <vt:lpstr>RAG Ingestion workflow</vt:lpstr>
      <vt:lpstr>Design Decisions </vt:lpstr>
      <vt:lpstr>Chunking Strategy </vt:lpstr>
      <vt:lpstr>PowerPoint Presentation</vt:lpstr>
      <vt:lpstr>Enhancements for Production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Lokendrakumar Meena</dc:creator>
  <cp:lastModifiedBy>Lokendrakumar Meena</cp:lastModifiedBy>
  <cp:revision>2</cp:revision>
  <dcterms:created xsi:type="dcterms:W3CDTF">2026-02-11T06:30:13Z</dcterms:created>
  <dcterms:modified xsi:type="dcterms:W3CDTF">2026-02-11T08:12:52Z</dcterms:modified>
</cp:coreProperties>
</file>